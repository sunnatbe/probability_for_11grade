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[0:00–0:40] Assalomu alaykum! Kholmurodov Academy, General English kursining 3-darsiga xush kelibsiz. Bugun «People &amp; Daily Life» modulining mavzusi — Present Simple: kundalik hayot va odatlar, inglizcha «Present Simple: daily routines and habits». Present Simple — ingliz tilidagi eng ko'p ishlatiladigan zamon: kundalik hayot, odatlar va doimiy faktlar haqida aynan shu zamonda gapiramiz. Lekin o'zbek o'quvchilari eng ko'p xato qiladigan joy ham shu yerda: uchinchi shaxsdagi kichkina «-s».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[0:40–1:30] Dars oxirida uchta narsani bilasiz. Birinchi — 3 xil gap: Tasdiq, inkor va so'roq gap tuzish. Ikkinchi — 3-shaxs -s: he / she / it — fe'lga -s, -es yoki -ies. Uchinchi — Chastota ravishlari: always, usually, never — gapdagi to'g'ri o'rni.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[1:30–3:00] Avval darsning kalit so'zlari va iboralari. «always» — doim, har doim, masalan: I always get up at 7. «usually» — odatda, masalan: She usually walks to school. «often» — tez-tez, ko'pincha, masalan: We often play football. «sometimes» — ba'zan, masalan: He sometimes cooks dinner. «never» — hech qachon, masalan: They never drink coffee. «every day» — har kuni, masalan: I read every day. «does / doesn't» — yordamchi fe'l (3-shaxs), masalan: Does he work? He doesn't. «daily routine» — kun tartibi, masalan: my daily routine. Har bir so'zni men bilan birga ovoz chiqarib takrorlang va lug'at daftaringizga misoli bilan yozing.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[3:00–4:00] Present Simple: 4 qoida. Birinchi — Tasdiq: I / you / we / they work — he / she / it works. Ikkinchi — Inkor: don't / doesn't + fe'lning asl shakli. Uchinchi — So'roq: Do / Does + ega + fe'l? To'rtinchi — Chastota ravishi: Oddiy fe'ldan oldin, «be» dan keyin. Qoida: does va doesn't dan keyin fe'l -s olmaydi: She doesn't work ✓, She doesn't works 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[4:00–5:30] 1-misol — tasdiq gap. Topshiriqni o'qiymiz: «Complete the sentence: My brother ___ (play) football every Saturday.» Strategiya: egani toping → he / she / it bo'lsa, fe'lga -s. Ega: my brother = he — 3-shaxs birlik. play → plays — unli + y: faqat -s. Javob: My brother plays football every Saturday. Tekshiruv: «every Saturday» — takrorlanadigan odat, demak Present Simple 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[5:30–6:45] 2-misol — so'roq va qisqa javob. Topshiriqni o'qiymiz: «Make a question: she / work / in a bank? Then give a short answer.» Strategiya: Does + ega + fe'lning asl shakli. Ega: she → yordamchi fe'l Does — 3-shaxs. works emas, work — -s does ga «o'tdi». Javob: Does she work in a bank? Yes, she does. / No, she doesn't. — qisqa javob. Qisqa javobda asosiy fe'l takrorlanmaydi: Yes, she works 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[6:45–8:30] 3-shaxs: -s, -es yoki -ies? he / she / it bilan fe'l oxiriga qo'shimcha qo'shiladi — qaysi biri, fe'lning oxiriga bog'liq. + s — «ko'pchilik fe'llar»: work → works. Masalan, play → plays, natija: unli + y: faqat -s. + es — «-s, -sh, -ch, -x, -o»: watch → watches. Masalan, go → goes, natija: wash → washes. y → ies — «undosh + y»: study → studies. Masalan, fly → flies, natija: carry → carries.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[8:30–9:45] 3-misol — chastota ravishi. Topshiriqni o'qiymiz: «Put always in the correct place: a) He is late. b) He drinks tea in the morning.» Strategiya: oddiy fe'ldan oldin, «be» dan keyin. a) «be» fe'li: is — ravish undan keyin. He is always late. b) oddiy fe'l: drinks — ravish undan oldin. Javob: He always drinks tea in the morning. Eslatma: sometimes va usually gap boshida ham kelishi mumkin: Sometimes I walk to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[9:45–11:00] Ikki maslahat. Birinchisi — tuzoq: «doesn't + -s» tuzog'i. She doesn't likes coffee. ✗ Does he plays chess? ✗ Yordamchi fe'l (does / doesn't) -s ni o'ziga oladi, asosiy fe'l asl shaklda qoladi: She doesn't like coffee ✓, Does he play chess? ✓. Ikkinchisi — Talaffuz: -s uch xil o'qiladi. /s/ works · /z/ plays · /ɪz/ watches. Jarangsiz undoshdan keyin /s/ (works, likes); jarangli undosh va unlidan keyin /z/ (plays, goes); s, sh, ch, x dan keyin /ɪz/ (watches, washes). Ko'p uchraydigan xatolar ro'yxati konspektda — ularni albatta o'qib chiqing.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[11:00–11:45] Videoni to'xtatib, to'rtta topshiriqni o'zingiz bajaring. a) Tom ___ (watch) TV every evening.; b) I / not / like / fish — inkor gap; c) they / live / in Tashkent? — so'roq gap; d) Put never: She eats meat.. Javoblar keyingi slaydda.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[11:45–12:30] Javoblar: a) watches; b) I don't like fish.; c) Do they live in Tashkent?; d) She never eats meat.. Xulosa: I / you / we / they work — he / she / it works (-s, -es, -ies); Inkor va so'roq: do / does + fe'lning asl shakli (-s siz); Chastota ravishi oddiy fe'ldan oldin, «be» dan keyin turadi. Endi platformada ishlang: dars testi (10 savol, 15 min). Keyingi dars: 4-dars — Present Continuous va Present Simple farqi. Ko'rishguncha!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Kholmurodov Academy · General English · Dars 3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ENGLISH  ·  M1 · PEOPLE &amp; DAILY LIFE · A2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Simple: kundalik hayot va odatlar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7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Simple: daily routines and habits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·  Konspekt  ·  Dars testi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29400" y="1188720"/>
            <a:ext cx="2011680" cy="20116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7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darsda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xil gap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Tasdiq, inkor va so'roq gap tuzish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3300" y="15087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4330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3-shaxs -s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330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 — fe'lga -s, -es yoki -ies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Chastota ravishlari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usually, never — gapdagi to'g'ri o'rni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Inglizcha kalit so'zlar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170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doim, har doim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45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always get up at 7.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1170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545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usually walks to school.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0391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tez-tez, ko'pincha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often play football.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20391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ba'zan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sometimes cooks dinner.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2907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qachon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drink coffee.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2907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every day.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/ doesn't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34640" y="3776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yordamchi fe'l (3-shaxs)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 work? He doesn't.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776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tartibi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daily routine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Simple: 4 qoida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9029" cy="233172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674" y="13716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67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6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697480"/>
            <a:ext cx="16095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 work — he / she / it works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229" y="205740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90724" y="1188720"/>
            <a:ext cx="1829029" cy="233172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5198" y="13716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519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00452" y="2103120"/>
            <a:ext cx="16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00452" y="2697480"/>
            <a:ext cx="16095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/ doesn't + fe'lning asl shakli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9752" y="205740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24248" y="1188720"/>
            <a:ext cx="1829029" cy="233172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8722" y="13716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872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33976" y="2103120"/>
            <a:ext cx="16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3976" y="2697480"/>
            <a:ext cx="16095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Does + ega + fe'l?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53276" y="205740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7771" y="1188720"/>
            <a:ext cx="1829029" cy="233172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246" y="13716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24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67499" y="2103120"/>
            <a:ext cx="16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Chastota ravishi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67499" y="2697480"/>
            <a:ext cx="16095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fe'ldan oldin, «be» dan keyin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794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 does va doesn't dan keyin fe'l -s olmaydi: She doesn't work ✓, She doesn't works ✗.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1-misol: tasdiq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sentence: My brother ___ (play) football every Saturday.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STRATEGIYA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Egani toping → he / she / it bo'lsa, fe'lga -s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4663440" cy="774192"/>
          </a:xfrm>
          <a:prstGeom prst="roundRect">
            <a:avLst>
              <a:gd name="adj" fmla="val 590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374648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37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143000"/>
            <a:ext cx="306324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Ega: my brother =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1143000"/>
            <a:ext cx="91440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3-shaxs birlik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990344"/>
            <a:ext cx="4663440" cy="774192"/>
          </a:xfrm>
          <a:prstGeom prst="roundRect">
            <a:avLst>
              <a:gd name="adj" fmla="val 590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221992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990344"/>
            <a:ext cx="306324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→ </a:t>
            </a:r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1990344"/>
            <a:ext cx="91440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 + y: faqat -s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0" y="2837688"/>
            <a:ext cx="4663440" cy="774192"/>
          </a:xfrm>
          <a:prstGeom prst="roundRect">
            <a:avLst>
              <a:gd name="adj" fmla="val 59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3069336"/>
            <a:ext cx="310896" cy="3108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69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837688"/>
            <a:ext cx="306324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brother 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plays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football every Saturday.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0" y="2837688"/>
            <a:ext cx="91440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374904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7490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Tekshiruv: «every Saturday» — takrorlanadigan odat, demak Present Simple 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2-misol: so'roq va qisqa javob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question: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work / in a bank? Then give a short answer.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STRATEGIYA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+ ega + fe'lning asl shakli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268730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2687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143000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Ega: </a:t>
            </a:r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yordamchi fe'l </a:t>
            </a:r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143000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3-shaxs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778508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04238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9042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778508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emas, </a:t>
            </a:r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1778508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does ga «o'tdi»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0" y="2414016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2539746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539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414016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she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a bank?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414016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3049524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3175254"/>
            <a:ext cx="310896" cy="3108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31752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049524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she </a:t>
            </a:r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</a:t>
            </a:r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/ No, she </a:t>
            </a:r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</a:t>
            </a:r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80960" y="3049524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javob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374904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7490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javobda asosiy fe'l takrorlanmaydi: Yes, she works ✗.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3-shaxs: -s, -es yoki -ies?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 bilan fe'l oxiriga qo'shimcha qo'shiladi — qaysi biri, fe'lning oxiriga bog'liq: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fe'llar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→ works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→ plays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 + y: faqat -s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68980" y="15087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7580" y="1691640"/>
            <a:ext cx="566928" cy="5669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75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83380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8338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-s, -sh, -ch, -x, -o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758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→ watches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9758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→ goes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758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wash → washes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91640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9516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undosh + 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→ studies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 → flies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→ carries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3-misol: chastota ravishi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the correct place: a) He is late.  b) He drinks tea in the morning.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STRATEGIYA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fe'ldan oldin, «be» dan keyin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268730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2687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143000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«be» fe'li: </a:t>
            </a:r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0" y="1143000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ravish undan keyin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778508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04238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9042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778508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is </a:t>
            </a:r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late.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1778508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0" y="2414016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2539746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539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414016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oddiy fe'l: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drinks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414016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ravish undan oldin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3049524"/>
            <a:ext cx="4663440" cy="562356"/>
          </a:xfrm>
          <a:prstGeom prst="roundRect">
            <a:avLst>
              <a:gd name="adj" fmla="val 813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3175254"/>
            <a:ext cx="310896" cy="3108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31752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049524"/>
            <a:ext cx="30632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drinks tea in the morning.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3049524"/>
            <a:ext cx="914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374904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7490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sometimes va usually gap boshida ham kelishi mumkin: Sometimes I walk to school.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Tuzoq va talaffuz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«doesn't + -s» tuzog'i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doesn't likes coffee. ✗   Does he plays chess? 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Yordamchi fe'l (does / doesn't) -s ni o'ziga oladi, asosiy fe'l asl shaklda qoladi: She doesn't like coffee ✓, Does he play chess?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Talaffuz: -s uch xil o'qiladi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/s/ works · /z/ plays · /ɪz/ watches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Jarangsiz undoshdan keyin /s/ (works, likes); jarangli undosh va unlidan keyin /z/ (plays, goes); s, sh, ch, x dan keyin /ɪz/ (watches, washes).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O'zingiz sinab ko'ring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89304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89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 ___ (watch) TV every evening.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30552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/ not / like / fish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(inkor gap)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971800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8254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/ live / in Tashkent?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(so'roq gap)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813048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never: She eats meat.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14300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41732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664208"/>
            <a:ext cx="146304" cy="512064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6368" y="1664208"/>
            <a:ext cx="146304" cy="512064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Videoni to'xtating va yeching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 keyingi slaydda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watches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32588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3258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 don't like fish.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Do they live in Tashkent?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132588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2E3470"/>
          </a:solidFill>
          <a:ln w="12700">
            <a:solidFill>
              <a:srgbClr val="2E3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3258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She never eats meat.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 work — he / she / it works (-s, -es, -ies).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7706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Inkor va so'roq: do / does + fe'lning asl shakli (-s siz).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9242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Chastota ravishi oddiy fe'ldan oldin, «be» dan keyin turadi.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4 — Present Continuous va Present Simple farqi   ·   Hozir: platformada dars testi (10 savol, 15 min)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Kholmurodov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English · Dars 3 — Present Simple: kundalik hayot va odatlar</dc:title>
  <dc:subject>PptxGenJS Presentation</dc:subject>
  <dc:creator>Kholmurodov Academy</dc:creator>
  <cp:lastModifiedBy>Kholmurodov Academy</cp:lastModifiedBy>
  <cp:revision>1</cp:revision>
  <dcterms:created xsi:type="dcterms:W3CDTF">2026-10-03T03:15:12Z</dcterms:created>
  <dcterms:modified xsi:type="dcterms:W3CDTF">2026-10-03T03:15:12Z</dcterms:modified>
</cp:coreProperties>
</file>