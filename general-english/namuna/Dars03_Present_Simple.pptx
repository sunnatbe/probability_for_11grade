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[0:00–0:40] Assalomu alaykum! Kholmurodov Academy, General English kursining 3-darsiga xush kelibsiz. Bugun «People &amp; Daily Life» modulining mavzusi — Present Simple: kundalik hayot va odatlar, inglizcha «Present Simple: daily routines and habits». Present Simple — ingliz tilidagi eng ko'p ishlatiladigan zamon: kundalik hayot, odatlar va doimiy faktlar haqida aynan shu zamonda gapiramiz. Lekin o'zbek o'quvchilari eng ko'p xato qiladigan joy ham shu yerda: uchinchi shaxsdagi kichkina «-s».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[0:40–1:30] Dars oxirida uchta narsani bilasiz. Birinchi — 3 xil gap: Tasdiq, inkor va so'roq gap tuzish. Ikkinchi — 3-shaxs -s: he / she / it — fe'lga -s, -es yoki -ies. Uchinchi — Chastota ravishlari: always, usually, never — gapdagi to'g'ri o'rni.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[1:30–3:00] Avval darsning kalit so'zlari va iboralari. «always» — doim, har doim, masalan: I always get up at 7. «usually» — odatda, masalan: She usually walks to school. «often» — tez-tez, ko'pincha, masalan: We often play football. «sometimes» — ba'zan, masalan: He sometimes cooks dinner. «never» — hech qachon, masalan: They never drink coffee. «every day» — har kuni, masalan: I read every day. «does / doesn't» — yordamchi fe'l (3-shaxs), masalan: Does he work? He doesn't. «daily routine» — kun tartibi, masalan: my daily routine. Har bir so'zni men bilan birga ovoz chiqarib takrorlang va lug'at daftaringizga misoli bilan yozing.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[3:00–4:00] Present Simple: 4 qoida. Birinchi — Tasdiq: I / you / we / they work — he / she / it works. Ikkinchi — Inkor: don't / doesn't + fe'lning asl shakli. Uchinchi — So'roq: Do / Does + ega + fe'l? To'rtinchi — Chastota ravishi: Oddiy fe'ldan oldin, «be» dan keyin. Qoida: does va doesn't dan keyin fe'l -s olmaydi: She doesn't work ✓, She doesn't works 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[4:00–5:30] 1-misol — tasdiq gap. Topshiriqni o'qiymiz: «Complete the sentence: My brother ___ (play) football every Saturday.» Strategiya: egani toping → he / she / it bo'lsa, fe'lga -s. Ega: my brother = he — 3-shaxs birlik. play → plays — unli + y: faqat -s. Javob: My brother plays football every Saturday. Tekshiruv: «every Saturday» — takrorlanadigan odat, demak Present Simple 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[5:30–6:45] 2-misol — so'roq va qisqa javob. Topshiriqni o'qiymiz: «Make a question: she / work / in a bank? Then give a short answer.» Strategiya: Does + ega + fe'lning asl shakli. Ega: she → yordamchi fe'l Does — 3-shaxs. works emas, work — -s does ga «o'tdi». Javob: Does she work in a bank? Yes, she does. / No, she doesn't. — qisqa javob. Qisqa javobda asosiy fe'l takrorlanmaydi: Yes, she works 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[6:45–8:30] 3-shaxs: -s, -es yoki -ies? he / she / it bilan fe'l oxiriga qo'shimcha qo'shiladi — qaysi biri, fe'lning oxiriga bog'liq. + s — «ko'pchilik fe'llar»: work → works. Masalan, play → plays, natija: unli + y: faqat -s. + es — «-s, -sh, -ch, -x, -o»: watch → watches. Masalan, go → goes, natija: wash → washes. y → ies — «undosh + y»: study → studies. Masalan, fly → flies, natija: carry → carries.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[8:30–9:45] 3-misol — chastota ravishi. Topshiriqni o'qiymiz: «Put always in the correct place: a) He is late. b) He drinks tea in the morning.» Strategiya: oddiy fe'ldan oldin, «be» dan keyin. a) «be» fe'li: is — ravish undan keyin. He is always late. b) oddiy fe'l: drinks — ravish undan oldin. Javob: He always drinks tea in the morning. Eslatma: sometimes va usually gap boshida ham kelishi mumkin: Sometimes I walk to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[9:45–11:00] Ikki maslahat. Birinchisi — tuzoq: «doesn't + -s» tuzog'i. She doesn't likes coffee. ✗ Does he plays chess? ✗ Yordamchi fe'l (does / doesn't) -s ni o'ziga oladi, asosiy fe'l asl shaklda qoladi: She doesn't like coffee ✓, Does he play chess? ✓. Ikkinchisi — Talaffuz: -s uch xil o'qiladi. /s/ works · /z/ plays · /ɪz/ watches. Jarangsiz undoshdan keyin /s/ (works, likes); jarangli undosh va unlidan keyin /z/ (plays, goes); s, sh, ch, x dan keyin /ɪz/ (watches, washes). Ko'p uchraydigan xatolar ro'yxati konspektda — ularni albatta o'qib chiqing.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[11:00–11:45] Videoni to'xtatib, to'rtta topshiriqni o'zingiz bajaring. a) Tom ___ (watch) TV every evening.; b) I / not / like / fish — inkor gap; c) they / live / in Tashkent? — so'roq gap; d) Put never: She eats meat.. Javoblar keyingi slaydda.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[11:45–12:30] Javoblar: a) watches; b) I don't like fish.; c) Do they live in Tashkent?; d) She never eats meat.. Xulosa: I / you / we / they work — he / she / it works (-s, -es, -ies); Inkor va so'roq: do / does + fe'lning asl shakli (-s siz); Chastota ravishi oddiy fe'ldan oldin, «be» dan keyin turadi. Endi platformada ishlang: dars testi (10 savol, 15 min). Keyingi dars: 4-dars — Present Continuous va Present Simple farqi. Ko'rishguncha!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Kholmurodov Academy · General English · Dars 3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ENGLISH  ·  M1 · PEOPLE &amp; DAILY LIFE · A2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 Simple: kundalik hayot va odatlar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7C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Simple: daily routines and habits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70332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703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03120" y="37033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C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 ·  Konspekt  ·  Dars testi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29400" y="1188720"/>
            <a:ext cx="2011680" cy="20116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1600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7C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1" name="Shape 9"/>
          <p:cNvSpPr/>
          <p:nvPr/>
        </p:nvSpPr>
        <p:spPr>
          <a:xfrm>
            <a:off x="8001000" y="96012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1000" y="960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⏰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48640" y="31546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🪥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🍳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🚌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🏫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⚽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📺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800" spc="400" kern="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😴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Bu darsda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2402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✍️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xil gap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Tasdiq, inkor va so'roq gap tuzish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68980" y="123444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43300" y="1508760"/>
            <a:ext cx="640080" cy="6400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5206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🔤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43300" y="23774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3-shaxs -s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43300" y="3108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/ she / it — fe'lga -s, -es yoki -ies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123444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5080" y="1508760"/>
            <a:ext cx="640080" cy="6400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86384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7415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📅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355080" y="23774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Chastota ravishlari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55080" y="3108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always, usually, never — gapdagi to'g'ri o'rni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📚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Inglizcha kalit so'zlar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🔁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always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834640" y="11704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doim, har doim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5453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always get up at 7.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🙂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040880" y="11704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odatda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15453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usually walks to school.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057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👍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34640" y="203911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tez-tez, ko'pincha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often play football.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196596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2057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🤷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sometimes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040880" y="203911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ba'zan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4140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sometimes cooks dinner.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🚫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834640" y="29077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 qachon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32826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never drink coffee.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83464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📅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day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40880" y="29077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kuni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2826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read every day.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70332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794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❓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/ doesn't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834640" y="377647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yordamchi fe'l (3-shaxs)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" y="4151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he work? He doesn't.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370332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794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⏰</a:t>
            </a:r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daily routine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040880" y="377647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 tartibi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151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daily routine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📌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Present Simple: 4 qoida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9029" cy="233172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674" y="1371600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674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160957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Tasdiq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2697480"/>
            <a:ext cx="16095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/ you / we / they work — he / she / it works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86229" y="2057400"/>
            <a:ext cx="304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590724" y="1188720"/>
            <a:ext cx="1829029" cy="233172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85198" y="1371600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5198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❌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700452" y="2103120"/>
            <a:ext cx="160957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0452" y="2697480"/>
            <a:ext cx="16095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/ doesn't + fe'lning asl shakli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752" y="2057400"/>
            <a:ext cx="304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724248" y="1188720"/>
            <a:ext cx="1829029" cy="233172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18722" y="1371600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18722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❓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833976" y="2103120"/>
            <a:ext cx="160957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So'roq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3976" y="2697480"/>
            <a:ext cx="16095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/ Does + ega + fe'l?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53276" y="2057400"/>
            <a:ext cx="304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857771" y="1188720"/>
            <a:ext cx="1829029" cy="233172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52246" y="1371600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246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📍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967499" y="2103120"/>
            <a:ext cx="160957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Chastota ravishi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67499" y="2697480"/>
            <a:ext cx="16095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Oddiy fe'ldan oldin, «be» dan keyin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93192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234440" y="379476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Qoida: does va doesn't dan keyin fe'l -s olmaydi: She doesn't work ✓, She doesn't works ✗.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✏️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1-misol: tasdiq gap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291840" cy="3337560"/>
          </a:xfrm>
          <a:prstGeom prst="roundRect">
            <a:avLst>
              <a:gd name="adj" fmla="val 2222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📝</a:t>
            </a:r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TOPSHIRIQ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the sentence: My brother ___ (play) football every Saturday.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2926080" cy="777240"/>
          </a:xfrm>
          <a:prstGeom prst="roundRect">
            <a:avLst>
              <a:gd name="adj" fmla="val 9412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5661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STRATEGIYA</a:t>
            </a:r>
            <a:endParaRPr lang="en-US" sz="8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Egani toping → he / she / it bo'lsa, fe'lga -s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23360" y="1143000"/>
            <a:ext cx="4663440" cy="774192"/>
          </a:xfrm>
          <a:prstGeom prst="roundRect">
            <a:avLst>
              <a:gd name="adj" fmla="val 590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0520" y="1374648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60520" y="1374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1143000"/>
            <a:ext cx="306324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Ega: my brother = </a:t>
            </a:r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680960" y="1143000"/>
            <a:ext cx="91440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3-shaxs birlik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23360" y="1990344"/>
            <a:ext cx="4663440" cy="774192"/>
          </a:xfrm>
          <a:prstGeom prst="roundRect">
            <a:avLst>
              <a:gd name="adj" fmla="val 5906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60520" y="2221992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17720" y="1990344"/>
            <a:ext cx="306324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 → </a:t>
            </a:r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80960" y="1990344"/>
            <a:ext cx="91440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 + y: faqat -s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23360" y="2837688"/>
            <a:ext cx="4663440" cy="774192"/>
          </a:xfrm>
          <a:prstGeom prst="roundRect">
            <a:avLst>
              <a:gd name="adj" fmla="val 5906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60520" y="3069336"/>
            <a:ext cx="310896" cy="310896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60520" y="3069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17720" y="2837688"/>
            <a:ext cx="306324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brother 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plays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football every Saturday.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80960" y="2837688"/>
            <a:ext cx="914400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023360" y="374904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0" y="37490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Tekshiruv: «every Saturday» — takrorlanadigan odat, demak Present Simple ✓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💬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2-misol: so'roq va qisqa javob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291840" cy="3337560"/>
          </a:xfrm>
          <a:prstGeom prst="roundRect">
            <a:avLst>
              <a:gd name="adj" fmla="val 2222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📝</a:t>
            </a:r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TOPSHIRIQ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a question: </a:t>
            </a:r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work / in a bank? Then give a short answer.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2926080" cy="777240"/>
          </a:xfrm>
          <a:prstGeom prst="roundRect">
            <a:avLst>
              <a:gd name="adj" fmla="val 9412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5661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STRATEGIYA</a:t>
            </a:r>
            <a:endParaRPr lang="en-US" sz="8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+ ega + fe'lning asl shakli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23360" y="1143000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0520" y="1268730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60520" y="12687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1143000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Ega: </a:t>
            </a:r>
            <a:pPr indent="0" marL="0">
              <a:buNone/>
            </a:pPr>
            <a:r>
              <a:rPr lang="en-US" sz="125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</a:t>
            </a:r>
            <a:pPr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yordamchi fe'l </a:t>
            </a:r>
            <a:pPr indent="0" marL="0">
              <a:buNone/>
            </a:pPr>
            <a:r>
              <a:rPr lang="en-US" sz="125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680960" y="1143000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3-shaxs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23360" y="1778508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60520" y="1904238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19042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17720" y="1778508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 emas, </a:t>
            </a:r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80960" y="1778508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 does ga «o'tdi»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23360" y="2414016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60520" y="2539746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60520" y="25397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17720" y="2414016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</a:t>
            </a:r>
            <a:pPr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she </a:t>
            </a:r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</a:t>
            </a:r>
            <a:pPr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 a bank?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80960" y="2414016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023360" y="3049524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60520" y="3175254"/>
            <a:ext cx="310896" cy="310896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60520" y="31752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17720" y="3049524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Yes, she </a:t>
            </a:r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</a:t>
            </a:r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/ No, she </a:t>
            </a:r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doesn't</a:t>
            </a:r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680960" y="3049524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qisqa javob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023360" y="374904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37490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F46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pPr indent="0" marL="0">
              <a:buNone/>
            </a:pPr>
            <a:r>
              <a:rPr lang="en-US" sz="11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Qisqa javobda asosiy fe'l takrorlanmaydi: Yes, she works ✗.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3-shaxs: -s, -es yoki -ies?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/ she / it bilan fe'l oxiriga qo'shimcha qo'shiladi — qaysi biri, fe'lning oxiriga bog'liq: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566928" cy="5669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6642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ko'pchilik fe'llar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→ works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85800" y="3063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Misol:</a:t>
            </a:r>
            <a:endParaRPr lang="en-US" sz="900" dirty="0"/>
          </a:p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 → plays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3886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unli + y: faqat -s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68980" y="15087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FFE4E6"/>
          </a:solidFill>
          <a:ln w="12700">
            <a:solidFill>
              <a:srgbClr val="FFE4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97580" y="1691640"/>
            <a:ext cx="566928" cy="56692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9758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83380" y="16642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183380" y="2011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-s, -sh, -ch, -x, -o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9758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→ watches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97580" y="3063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Misol:</a:t>
            </a:r>
            <a:endParaRPr lang="en-US" sz="900" dirty="0"/>
          </a:p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→ goes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97580" y="3886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wash → washes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080760" y="15087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1691640"/>
            <a:ext cx="566928" cy="56692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16642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ies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995160" y="2011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undosh + 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0936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 → studies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309360" y="3063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Misol:</a:t>
            </a:r>
            <a:endParaRPr lang="en-US" sz="900" dirty="0"/>
          </a:p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 → flies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09360" y="3886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→ carries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📍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3-misol: chastota ravishi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291840" cy="3337560"/>
          </a:xfrm>
          <a:prstGeom prst="roundRect">
            <a:avLst>
              <a:gd name="adj" fmla="val 2222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📝</a:t>
            </a:r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TOPSHIRIQ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</a:t>
            </a:r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 the correct place: a) He is late.  b) He drinks tea in the morning.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2926080" cy="777240"/>
          </a:xfrm>
          <a:prstGeom prst="roundRect">
            <a:avLst>
              <a:gd name="adj" fmla="val 9412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5661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STRATEGIYA</a:t>
            </a:r>
            <a:endParaRPr lang="en-US" sz="8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Oddiy fe'ldan oldin, «be» dan keyin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23360" y="1143000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0520" y="1268730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60520" y="12687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1143000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a) «be» fe'li: </a:t>
            </a:r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80960" y="1143000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ravish undan keyin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23360" y="1778508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60520" y="1904238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19042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17720" y="1778508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is </a:t>
            </a:r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</a:t>
            </a:r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late.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80960" y="1778508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23360" y="2414016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60520" y="2539746"/>
            <a:ext cx="310896" cy="31089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60520" y="25397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17720" y="2414016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b) oddiy fe'l: </a:t>
            </a:r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drinks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80960" y="2414016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ravish undan oldin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023360" y="3049524"/>
            <a:ext cx="4663440" cy="562356"/>
          </a:xfrm>
          <a:prstGeom prst="roundRect">
            <a:avLst>
              <a:gd name="adj" fmla="val 813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60520" y="3175254"/>
            <a:ext cx="310896" cy="310896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60520" y="31752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17720" y="3049524"/>
            <a:ext cx="306324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drinks tea in the morning.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80960" y="3049524"/>
            <a:ext cx="91440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023360" y="3749040"/>
            <a:ext cx="4663440" cy="73152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37490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Eslatma: sometimes va usually gap boshida ham kelishi mumkin: Sometimes I walk to school.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Tuzoq va talaffuz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⚠️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17320" y="1371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«doesn't + -s» tuzog'i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doesn't likes coffee. ✗   Does he plays chess? ✗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971800"/>
            <a:ext cx="3520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Yordamchi fe'l (does / doesn't) -s ni o'ziga oladi, asosiy fe'l asl shaklda qoladi: She doesn't like coffee ✓, Does he play chess? 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0" y="137160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🔊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623560" y="1371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Talaffuz: -s uch xil o'qiladi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21031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/s/ works · /z/ plays · /ɪz/ watches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971800"/>
            <a:ext cx="3520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Jarangsiz undoshdan keyin /s/ (works, likes); jarangli undosh va unlidan keyin /z/ (plays, goes); s, sh, ch, x dan keyin /ɪz/ (watches, washes).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💪</a:t>
            </a:r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O'zingiz sinab ko'ring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486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289304"/>
            <a:ext cx="420624" cy="42062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289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34440" y="114300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 ___ (watch) TV every evening.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84248"/>
            <a:ext cx="5486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1792" y="2130552"/>
            <a:ext cx="420624" cy="42062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2130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34440" y="19842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/ not / like / fish</a:t>
            </a:r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(inkor gap)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825496"/>
            <a:ext cx="5486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" y="2971800"/>
            <a:ext cx="420624" cy="42062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28254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/ live / in Tashkent?</a:t>
            </a:r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(so'roq gap)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5486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" y="3813048"/>
            <a:ext cx="420624" cy="42062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34440" y="3666744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never: She eats meat.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1143000"/>
            <a:ext cx="2468880" cy="3291840"/>
          </a:xfrm>
          <a:prstGeom prst="roundRect">
            <a:avLst>
              <a:gd name="adj" fmla="val 2963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49440" y="1417320"/>
            <a:ext cx="1005840" cy="10058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42048" y="1664208"/>
            <a:ext cx="146304" cy="512064"/>
          </a:xfrm>
          <a:prstGeom prst="rect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16368" y="1664208"/>
            <a:ext cx="146304" cy="512064"/>
          </a:xfrm>
          <a:prstGeom prst="rect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606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Videoni to'xtating va yeching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✍️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C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Javoblar keyingi slaydda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🎉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Xulosa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🔑</a:t>
            </a:r>
            <a:pPr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JAVOBLAR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20240" cy="566928"/>
          </a:xfrm>
          <a:prstGeom prst="roundRect">
            <a:avLst>
              <a:gd name="adj" fmla="val 8065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 watches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60320" y="1325880"/>
            <a:ext cx="1920240" cy="566928"/>
          </a:xfrm>
          <a:prstGeom prst="roundRect">
            <a:avLst>
              <a:gd name="adj" fmla="val 8065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97480" y="13258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 I don't like fish.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1920240" cy="566928"/>
          </a:xfrm>
          <a:prstGeom prst="roundRect">
            <a:avLst>
              <a:gd name="adj" fmla="val 8065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258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 Do they live in Tashkent?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766560" y="1325880"/>
            <a:ext cx="1920240" cy="566928"/>
          </a:xfrm>
          <a:prstGeom prst="roundRect">
            <a:avLst>
              <a:gd name="adj" fmla="val 8065"/>
            </a:avLst>
          </a:prstGeom>
          <a:solidFill>
            <a:srgbClr val="2E3470"/>
          </a:solidFill>
          <a:ln w="12700">
            <a:solidFill>
              <a:srgbClr val="2E34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3258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  She never eats meat.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203704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1488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/ you / we / they work — he / she / it works (-s, -es, -ies).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277063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Inkor va so'roq: do / does + fe'lning asl shakli (-s siz).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3392424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Chastota ravishi oddiy fe'ldan oldin, «be» dan keyin turadi.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690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🚀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Keyingi: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Dars 4 — Present Continuous va Present Simple farqi   ·   Hozir: platformada dars testi (10 savol, 15 min)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Kholmurodov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English · Dars 3 — Present Simple: kundalik hayot va odatlar</dc:title>
  <dc:subject>PptxGenJS Presentation</dc:subject>
  <dc:creator>Kholmurodov Academy</dc:creator>
  <cp:lastModifiedBy>Kholmurodov Academy</cp:lastModifiedBy>
  <cp:revision>1</cp:revision>
  <dcterms:created xsi:type="dcterms:W3CDTF">2026-10-03T03:21:23Z</dcterms:created>
  <dcterms:modified xsi:type="dcterms:W3CDTF">2026-10-03T03:21:23Z</dcterms:modified>
</cp:coreProperties>
</file>